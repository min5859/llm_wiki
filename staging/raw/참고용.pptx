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74A42-8B2F-56B0-E7A4-90F4E1A90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6FE881-01E1-B420-EC7E-C724AFB8D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1098B-EEDE-7D38-94C0-464B4EFD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49299F-8AFF-0927-A0F4-907AD487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FF1C4-37B0-7F61-3FFE-10605D8A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209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CFD53-96B8-0603-FD13-2D743131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556AE-C21E-D8AD-90D9-D446A6126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76CF4-89CA-F2ED-A167-6D950C3E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F6CD9-F6A2-8CD1-ECA8-4DE64C13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D2E2A-9545-8478-529E-DCC99B9C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559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C629D-35A8-ACFE-6F72-46A1EF94E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21224-1AF1-B408-57C0-B8264C7FC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37024-8B29-81DD-D951-C88E2CE0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9B9000-13F8-6C16-5E22-DD50E817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CB55E-022C-D613-2FB7-2A0CDE8F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351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7D89D-FDE9-467E-E9FB-FCE1754D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1B498-CAD5-A7A0-205A-62D14319F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DEE8DD-7860-019A-16FC-C483921A5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D8A2E9-7BE8-500C-EFF5-CDDD0BB72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875AC-DCD9-6CBD-34C5-8EE231EB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0B2DD3-C306-B0AC-7DE8-56E6A7A7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215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B96F9-B346-4318-DEDF-776B2777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C3C6B5-6230-B44F-E274-A3828286E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12E0A-1EEA-1D24-AD80-E7E3E6C42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545BD9-D12C-1871-1D6E-0FB60B8D6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A7A1F9-F3FB-60F0-2090-38857CAC5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B76333-BEF2-2D9D-F7F3-66E0483D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6FEF18-1E45-6F70-9C8B-FB826747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7DDFBC-D1FE-FFDC-3148-E0D95F1A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2863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4468F-2315-DF75-1C53-FB693F0A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855AB1-146B-469B-B6AF-2E7893B5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AD466B-E042-891E-62CC-559D1549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03365A-63E7-D816-A710-3E23A452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749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388AE9-7FBC-E2EE-B0A6-DBBE58536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D0BDFE-2473-6EA3-2952-C3FB1E73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B2025-66C0-4074-8D18-0A7E15BF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41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870FA-2334-2CFD-0E52-F67F25E3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D82EB-ECCD-0104-4BE7-266ACCCF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79B5B1-4252-60F4-6C2B-D47A427F2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01EC62-3C75-A2C5-14EA-B446DAB2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0D56FD-A90D-12C1-EC11-3B55D90B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7FB7CD-64D7-40BC-C581-9BF4B398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338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AB882-D34B-E17A-AC9E-35A34A5F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9F5310-56D2-CE45-14F8-4C001E36A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05F765-754D-B031-3DDC-76AFA08F8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D594D0-EB00-B60A-AB0D-5790C0917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24A5A0-547F-FC18-DCE9-2097C18B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554114-B780-96E5-934A-D8AD5540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86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40B4C-EBFC-E54E-8F4A-8113179D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B84722-9FD3-16E3-6ECD-011E2F493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B2A69A-024E-2DAE-3844-41499744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A0D8E-8478-8DBB-F42F-56F2C3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272DAC-0295-BC14-3A0A-93F2DDDA0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869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5C83DD-5084-F067-D07D-CD0A358CB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683BE-B966-FD7D-0A2E-FC79AF057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1B574E-34F2-6535-4C4A-85BB577B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56EBE-FE55-E20C-AD86-78C076FB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4C50B-F424-E201-45DD-9F2551BE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3730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15A0C1-99EA-6AD0-276E-E2CCB0AB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09037B-DB91-F1D4-0745-2AE82A40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0C8F2-E85D-8105-ADCD-5A03D1AAA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A117C-624F-DF45-950B-07FE8470D767}" type="datetimeFigureOut">
              <a:rPr kumimoji="1" lang="ko-KR" altLang="en-US" smtClean="0"/>
              <a:t>2026. 4. 15.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A3F9FC-1FD8-115E-4CE4-68904A2BB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BC488-B9C0-0AF5-DB61-4D12E880D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DA7A8-79F2-CD43-9E3B-4DA38D6D8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867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E6A8E-7EDA-5EA8-A6F3-2C590535B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" altLang="ko-KR" dirty="0" err="1"/>
              <a:t>npx</a:t>
            </a:r>
            <a:r>
              <a:rPr lang="en" altLang="ko-KR" dirty="0"/>
              <a:t> skills add </a:t>
            </a:r>
            <a:r>
              <a:rPr lang="en" altLang="ko-KR" dirty="0" err="1"/>
              <a:t>anthropics</a:t>
            </a:r>
            <a:r>
              <a:rPr lang="en" altLang="ko-KR" dirty="0"/>
              <a:t>/skills --skill doc-coauthoring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4FA8AE-35F7-0CE7-4351-CC7CBEF9C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952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18B72-7D71-1875-356C-2025B91B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Claude-mem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389F0-8FAA-4BD3-F19E-F1178C46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ko-KR" sz="2400" dirty="0"/>
              <a:t>Claude Code</a:t>
            </a:r>
            <a:r>
              <a:rPr kumimoji="1" lang="ko-KR" altLang="en-US" sz="2400" dirty="0"/>
              <a:t>가 편리하지만 매번 설명하는 것이 </a:t>
            </a:r>
            <a:r>
              <a:rPr kumimoji="1" lang="ko-KR" altLang="en-US" sz="2400" dirty="0" err="1"/>
              <a:t>번고롭지</a:t>
            </a:r>
            <a:r>
              <a:rPr kumimoji="1" lang="ko-KR" altLang="en-US" sz="2400" dirty="0"/>
              <a:t> 않나요</a:t>
            </a:r>
            <a:r>
              <a:rPr kumimoji="1" lang="en-US" altLang="ko-KR" sz="2400" dirty="0"/>
              <a:t>?</a:t>
            </a:r>
          </a:p>
          <a:p>
            <a:r>
              <a:rPr kumimoji="1" lang="en-US" altLang="ko-KR" sz="2400" dirty="0"/>
              <a:t>Claude-mem = AI</a:t>
            </a:r>
            <a:r>
              <a:rPr kumimoji="1" lang="ko-KR" altLang="en-US" sz="2400" dirty="0" err="1"/>
              <a:t>에</a:t>
            </a:r>
            <a:r>
              <a:rPr kumimoji="1" lang="ko-KR" altLang="en-US" sz="2400" dirty="0"/>
              <a:t> 기억을 </a:t>
            </a:r>
            <a:r>
              <a:rPr kumimoji="1" lang="ko-KR" altLang="en-US" sz="2400" dirty="0" err="1"/>
              <a:t>갖게하는</a:t>
            </a:r>
            <a:r>
              <a:rPr kumimoji="1" lang="ko-KR" altLang="en-US" sz="2400" dirty="0"/>
              <a:t> 메커니즘</a:t>
            </a:r>
            <a:endParaRPr kumimoji="1" lang="en-US" altLang="ko-KR" sz="2400" dirty="0"/>
          </a:p>
          <a:p>
            <a:r>
              <a:rPr kumimoji="1" lang="ko-KR" altLang="en-US" sz="2400" dirty="0"/>
              <a:t>장기프로젝트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몇주</a:t>
            </a:r>
            <a:r>
              <a:rPr kumimoji="1" lang="en-US" altLang="ko-KR" sz="2400" dirty="0"/>
              <a:t>~</a:t>
            </a:r>
            <a:r>
              <a:rPr kumimoji="1" lang="ko-KR" altLang="en-US" sz="2400" dirty="0"/>
              <a:t>몇달에 걸친 개발상황을 유지</a:t>
            </a:r>
            <a:endParaRPr kumimoji="1" lang="en-US" altLang="ko-KR" sz="2400" dirty="0"/>
          </a:p>
          <a:p>
            <a:r>
              <a:rPr kumimoji="1" lang="ko-KR" altLang="en-US" sz="2400" dirty="0" err="1"/>
              <a:t>리팩토링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과거의 설계의도에 근거한 개선제안</a:t>
            </a:r>
            <a:endParaRPr kumimoji="1" lang="en-US" altLang="ko-KR" sz="2400" dirty="0"/>
          </a:p>
          <a:p>
            <a:r>
              <a:rPr kumimoji="1" lang="ko-KR" altLang="en-US" sz="2400" dirty="0"/>
              <a:t>복잡한 사양유지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API</a:t>
            </a:r>
            <a:r>
              <a:rPr kumimoji="1" lang="ko-KR" altLang="en-US" sz="2400" dirty="0"/>
              <a:t>사양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비즈니스로직</a:t>
            </a:r>
            <a:r>
              <a:rPr kumimoji="1" lang="ko-KR" altLang="en-US" sz="2400" dirty="0"/>
              <a:t> 기억</a:t>
            </a:r>
            <a:endParaRPr kumimoji="1" lang="en-US" altLang="ko-KR" sz="2400" dirty="0"/>
          </a:p>
          <a:p>
            <a:r>
              <a:rPr kumimoji="1" lang="ko-KR" altLang="en-US" sz="2400" dirty="0"/>
              <a:t>팀지식의 의사 공유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버그원인분석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설계 판단의 축적</a:t>
            </a:r>
            <a:endParaRPr kumimoji="1" lang="en-US" altLang="ko-KR" sz="2400" dirty="0"/>
          </a:p>
          <a:p>
            <a:r>
              <a:rPr kumimoji="1" lang="ko-KR" altLang="en-US" sz="2400" dirty="0"/>
              <a:t>설치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lang="en" altLang="ko-KR" dirty="0" err="1"/>
              <a:t>npx</a:t>
            </a:r>
            <a:r>
              <a:rPr lang="en" altLang="ko-KR" dirty="0"/>
              <a:t> </a:t>
            </a:r>
            <a:r>
              <a:rPr lang="en" altLang="ko-KR" dirty="0" err="1"/>
              <a:t>claude</a:t>
            </a:r>
            <a:r>
              <a:rPr lang="en" altLang="ko-KR" dirty="0"/>
              <a:t>-mem install</a:t>
            </a:r>
          </a:p>
          <a:p>
            <a:r>
              <a:rPr kumimoji="1" lang="ko-KR" altLang="en-US" sz="2400" dirty="0"/>
              <a:t>동작확인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(</a:t>
            </a:r>
            <a:r>
              <a:rPr kumimoji="1" lang="ko-KR" altLang="en-US" sz="2400" dirty="0"/>
              <a:t>위 명령 </a:t>
            </a:r>
            <a:r>
              <a:rPr kumimoji="1" lang="ko-KR" altLang="en-US" sz="2400" dirty="0" err="1"/>
              <a:t>실행후</a:t>
            </a:r>
            <a:r>
              <a:rPr kumimoji="1" lang="ko-KR" altLang="en-US" sz="2400" dirty="0"/>
              <a:t> 지침을 따르고 </a:t>
            </a:r>
            <a:r>
              <a:rPr kumimoji="1" lang="en-US" altLang="ko-KR" sz="2400" dirty="0"/>
              <a:t>Claude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Code </a:t>
            </a:r>
            <a:r>
              <a:rPr kumimoji="1" lang="ko-KR" altLang="en-US" sz="2400" dirty="0"/>
              <a:t>재시작</a:t>
            </a:r>
            <a:r>
              <a:rPr kumimoji="1" lang="en-US" altLang="ko-KR" sz="2400" dirty="0"/>
              <a:t>)</a:t>
            </a:r>
          </a:p>
          <a:p>
            <a:r>
              <a:rPr lang="en-US" altLang="ko-KR" sz="2400" dirty="0"/>
              <a:t>“</a:t>
            </a:r>
            <a:r>
              <a:rPr lang="ko-KR" altLang="en-US" sz="2400" dirty="0"/>
              <a:t>이전 내용 기억하고 있어</a:t>
            </a:r>
            <a:r>
              <a:rPr lang="en-US" altLang="ko-KR" sz="2400" dirty="0"/>
              <a:t>?”</a:t>
            </a:r>
          </a:p>
          <a:p>
            <a:r>
              <a:rPr lang="ko-KR" altLang="en-US" sz="2400" dirty="0"/>
              <a:t>기억 </a:t>
            </a:r>
            <a:r>
              <a:rPr lang="en-US" altLang="ko-KR" sz="2400" dirty="0"/>
              <a:t>+</a:t>
            </a:r>
            <a:r>
              <a:rPr lang="ko-KR" altLang="en-US" sz="2400" dirty="0"/>
              <a:t> 정리 </a:t>
            </a:r>
            <a:r>
              <a:rPr lang="en-US" altLang="ko-KR" sz="2400" dirty="0"/>
              <a:t>+</a:t>
            </a:r>
            <a:r>
              <a:rPr lang="ko-KR" altLang="en-US" sz="2400" dirty="0"/>
              <a:t> 검색을 모두 자동화 </a:t>
            </a:r>
            <a:r>
              <a:rPr lang="en-US" altLang="ko-KR" sz="2400" dirty="0"/>
              <a:t>(</a:t>
            </a:r>
            <a:r>
              <a:rPr lang="en" altLang="ko-KR" b="1" dirty="0"/>
              <a:t>AI</a:t>
            </a:r>
            <a:r>
              <a:rPr lang="ko-KR" altLang="en-US" b="1" dirty="0" err="1"/>
              <a:t>에</a:t>
            </a:r>
            <a:r>
              <a:rPr lang="ko-KR" altLang="en-US" b="1" dirty="0"/>
              <a:t> 현명한 메모장을 </a:t>
            </a:r>
            <a:r>
              <a:rPr lang="ko-KR" altLang="en-US" b="1" dirty="0" err="1"/>
              <a:t>갖게하는</a:t>
            </a:r>
            <a:r>
              <a:rPr lang="ko-KR" altLang="en-US" b="1" dirty="0"/>
              <a:t> 구조</a:t>
            </a:r>
            <a:r>
              <a:rPr lang="en-US" altLang="ko-KR" b="1" dirty="0"/>
              <a:t>)</a:t>
            </a:r>
            <a:br>
              <a:rPr lang="en" altLang="ko-KR" sz="2400" dirty="0"/>
            </a:br>
            <a:endParaRPr kumimoji="1"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672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97</Words>
  <Application>Microsoft Macintosh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npx skills add anthropics/skills --skill doc-coauthoring</vt:lpstr>
      <vt:lpstr>Claude-mem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jaewoo</dc:creator>
  <cp:lastModifiedBy>jaewoo</cp:lastModifiedBy>
  <cp:revision>1</cp:revision>
  <dcterms:created xsi:type="dcterms:W3CDTF">2026-04-15T01:15:36Z</dcterms:created>
  <dcterms:modified xsi:type="dcterms:W3CDTF">2026-04-15T04:09:03Z</dcterms:modified>
</cp:coreProperties>
</file>